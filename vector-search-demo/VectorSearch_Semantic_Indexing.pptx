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Vector Search &amp; Semantic Indexing in Full-Stack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9D4EE"/>
                </a:solidFill>
              </a:defRPr>
            </a:pPr>
            <a:r>
              <a:t>Querying data by meaning, not just by matching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97BC"/>
                </a:solidFill>
              </a:defRPr>
            </a:pPr>
            <a:r>
              <a:t>LIS 467 — Client/Server &amp; Full-Stack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A44"/>
                </a:solidFill>
              </a:defRPr>
            </a:pPr>
            <a: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Traditional queries (SQL WHERE, Mongo $regex) match exact strings or structured fields.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Modern AI-driven apps query by semantic similarity instead.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Text, images, or documents are converted into high-dimensional numeric vectors called embeddings.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Vectors that are close together in that space represent similar meaning — even with zero shared words.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"organizing books so people can find them" ≈ "cataloging and classification in libraries"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Similarity is measured with cosine similarity: the cosine of the angle between two vectors.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A44"/>
                </a:solidFill>
              </a:defRPr>
            </a:pPr>
            <a:r>
              <a:t>Why This Fits Full-Stack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Deepens backend database and document-store skills beyond CRUD.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Real systems: MongoDB Atlas Vector Search, PostgreSQL + pgvector, Pinecone, Milvus.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Pairs naturally with Node.js / Express backends you already know how to build.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This is the retrieval layer behind Retrieval-Augmented Generation (RAG) — how LLM apps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ground answers in your own data instead of relying only on training data.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Same skills apply across the stack: JSON documents in → embeddings → vector index → API endpoint.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A44"/>
                </a:solidFill>
              </a:defRPr>
            </a:pPr>
            <a:r>
              <a:t>Architecture: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1. Indexing (offline / build step)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JSON documents → embedding model → 384-dim vectors → stored alongside each document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2. Query time (API request)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User query → same embedding model → query vector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Compare query vector to every stored vector using cosine similarity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Sort by score, return top-K most similar documents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3. (Production) Approximate Nearest Neighbor index (HNSW) replaces brute-force scan at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A44"/>
                </a:solidFill>
              </a:defRPr>
            </a:pPr>
            <a:r>
              <a:t>Visualizing the Vector Space (MATLAB)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•  Companion MATLAB script builds the same idea from scratch: TF-IDF vectors instead of a neural model.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•  SVD (the math behind PCA) reduces the high-dimensional space to 2D so it can be plotted.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•  Documents from the same category cluster together — visual proof that distance in vector space reflects meaning.</a:t>
            </a:r>
          </a:p>
        </p:txBody>
      </p:sp>
      <p:pic>
        <p:nvPicPr>
          <p:cNvPr id="4" name="Picture 3" descr="vector_spac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651760"/>
            <a:ext cx="524405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A44"/>
                </a:solidFill>
              </a:defRPr>
            </a:pPr>
            <a:r>
              <a:t>Class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Goal: implement a retrieval-augmented search endpoint in Node.js.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Dataset: small collection of JSON documents (title, category, text).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Step 1 — Embed: convert each document's text into a vector using a local embedding model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(transformers.js, no API key needed).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Step 2 — Index: store {document, embedding} pairs (data/index.json).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Step 3 — Retrieve: embed the incoming query, compute cosine similarity against every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stored vector, return the top-K ranked results.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Step 4 — Compare: run the same query through naive keyword matching and observe the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DE6FC"/>
                </a:solidFill>
              </a:defRPr>
            </a:pPr>
            <a:r>
              <a:t>Node.js + Express + local embeddings, semantic vs. keyword search side-by-side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A44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Semantic search retrieves by meaning; keyword search retrieves by exact substring.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Embeddings + cosine similarity are the core primitives behind modern AI search and RAG.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These concepts map directly onto production tools: pgvector, MongoDB Atlas Vector Search, Pinecone.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A brute-force cosine scan works for small datasets; production systems need an ANN index (HNSW).</a:t>
            </a:r>
          </a:p>
          <a:p>
            <a:pPr>
              <a:spcAft>
                <a:spcPts val="1000"/>
              </a:spcAft>
              <a:defRPr sz="2200">
                <a:solidFill>
                  <a:srgbClr val="555555"/>
                </a:solidFill>
              </a:defRPr>
            </a:pPr>
            <a:r>
              <a:t>•  Full-stack takeaway: the backend pattern is the same you already know —</a:t>
            </a:r>
          </a:p>
          <a:p>
            <a:pPr lvl="1">
              <a:spcAft>
                <a:spcPts val="1000"/>
              </a:spcAft>
              <a:defRPr sz="2000">
                <a:solidFill>
                  <a:srgbClr val="555555"/>
                </a:solidFill>
              </a:defRPr>
            </a:pPr>
            <a:r>
              <a:t>–  JSON in, API endpoint out — only the storage and matching logic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